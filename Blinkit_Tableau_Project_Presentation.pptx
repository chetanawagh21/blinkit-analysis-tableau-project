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515600" cy="1508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BLINKIT SALES</a:t>
            </a:r>
          </a:p>
          <a:p>
            <a:pPr>
              <a:spcAft>
                <a:spcPts val="800"/>
              </a:spcAft>
              <a:defRPr sz="3200" b="0">
                <a:solidFill>
                  <a:srgbClr val="FFFFFF"/>
                </a:solidFill>
              </a:defRPr>
            </a:pPr>
            <a:r>
              <a:t>ANALYSIS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914400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FFFFF"/>
                </a:solidFill>
              </a:defRPr>
            </a:pPr>
            <a:r>
              <a:t>Tableau Data Visualization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9875520" cy="9144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</a:defRPr>
            </a:pPr>
            <a:r>
              <a:t>Exploring sales performance, item categories, outlet characteristics, and customer ratings.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97880"/>
            <a:ext cx="105156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</a:defRPr>
            </a:pPr>
            <a:r>
              <a:t>Tools: Tableau • Microsoft Excel • Data Analysis • Dashboard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C304A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26376"/>
                </a:solidFill>
              </a:defRPr>
            </a:pPr>
            <a:r>
              <a:t>A business-focused Tableau dashboard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1206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6634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7D69"/>
                </a:solidFill>
              </a:defRPr>
            </a:pPr>
            <a:r>
              <a:t>Business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39112"/>
            <a:ext cx="466344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C304A"/>
                </a:solidFill>
              </a:defRPr>
            </a:pPr>
            <a:r>
              <a:t>Understand sales patterns and outlet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417320"/>
            <a:ext cx="51206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600200"/>
            <a:ext cx="46634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7D69"/>
                </a:solidFill>
              </a:defRPr>
            </a:pPr>
            <a:r>
              <a:t>Data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039112"/>
            <a:ext cx="466344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C304A"/>
                </a:solidFill>
              </a:defRPr>
            </a:pPr>
            <a:r>
              <a:t>Blinkit dataset, referenced by the Tableau workbook.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51206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46634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7D69"/>
                </a:solidFill>
              </a:defRPr>
            </a:pPr>
            <a:r>
              <a:t>Visualization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96511"/>
            <a:ext cx="466344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C304A"/>
                </a:solidFill>
              </a:defRPr>
            </a:pPr>
            <a:r>
              <a:t>KPIs and comparisons across products and outlets.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474720"/>
            <a:ext cx="51206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657600"/>
            <a:ext cx="46634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37D69"/>
                </a:solidFill>
              </a:defRPr>
            </a:pPr>
            <a:r>
              <a:t>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096511"/>
            <a:ext cx="466344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1C304A"/>
                </a:solidFill>
              </a:defRPr>
            </a:pPr>
            <a:r>
              <a:t>A visual summary to support exploratory business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C304A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26376"/>
                </a:solidFill>
              </a:defRPr>
            </a:pPr>
            <a:r>
              <a:t>Questions the dashboard is designed to help investigate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Review total sales and average sales indicators.</a:t>
            </a:r>
          </a:p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Compare sales across item types and fat-content categories.</a:t>
            </a:r>
          </a:p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Explore differences across outlet size and outlet location.</a:t>
            </a:r>
          </a:p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Review outlet establishment trends over time.</a:t>
            </a:r>
          </a:p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Use visual summaries to communicate patterns clearly.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C304A"/>
                </a:solidFill>
              </a:defRPr>
            </a:pPr>
            <a:r>
              <a:t>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26376"/>
                </a:solidFill>
              </a:defRPr>
            </a:pPr>
            <a:r>
              <a:t>KPI labels are described from the workbook context; values are not reproduced in this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Total Sales — overall sales value represented in the dataset.</a:t>
            </a:r>
          </a:p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Average Sales — average sales measure shown by the dashboard.</a:t>
            </a:r>
          </a:p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Number of Items — item count or volume indicator, as configured in the workbook.</a:t>
            </a:r>
          </a:p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Average Rating — customer rating measure available in the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C304A"/>
                </a:solidFill>
              </a:defRPr>
            </a:pPr>
            <a:r>
              <a:t>Dashboard Visuals &amp;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26376"/>
                </a:solidFill>
              </a:defRPr>
            </a:pPr>
            <a:r>
              <a:t>Visual descriptions are based on the workbook's known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Sales by Item Type: compares sales contribution across product categories.</a:t>
            </a:r>
          </a:p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Sales by Fat Content: compares sales for different fat-content groups.</a:t>
            </a:r>
          </a:p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Sales by Outlet Size: examines performance across outlet-size groups.</a:t>
            </a:r>
          </a:p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Sales by Outlet Location: compares performance by location tier or category.</a:t>
            </a:r>
          </a:p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Outlet Establishment Trends: explores sales patterns by establishment year.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C304A"/>
                </a:solidFill>
              </a:defRPr>
            </a:pPr>
            <a:r>
              <a:t>Tools and Skills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26376"/>
                </a:solidFill>
              </a:defRPr>
            </a:pPr>
            <a:r>
              <a:t>Skills suitable for a Data Analyst project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Tableau worksheets and dashboard design.</a:t>
            </a:r>
          </a:p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Connecting a visualization workbook to a source dataset.</a:t>
            </a:r>
          </a:p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KPI presentation and comparative charting.</a:t>
            </a:r>
          </a:p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Exploratory data analysis and business-oriented storytelling.</a:t>
            </a:r>
          </a:p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Communicating findings in a portfolio-ready format.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C304A"/>
                </a:solidFill>
              </a:defRPr>
            </a:pPr>
            <a:r>
              <a:t>Key Takeaways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26376"/>
                </a:solidFill>
              </a:defRPr>
            </a:pPr>
            <a:r>
              <a:t>No numeric findings are claimed because the .twb file may reference an external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Use the dashboard to identify product categories and outlet groups worth deeper review.</a:t>
            </a:r>
          </a:p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Compare sales with average ratings to add customer-experience context.</a:t>
            </a:r>
          </a:p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Validate KPI definitions and data quality before presenting business conclusions.</a:t>
            </a:r>
          </a:p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Add filters for item type, outlet size, location, and establishment year where useful.</a:t>
            </a:r>
          </a:p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Keep the source Excel file available and reconnect it if Tableau requests the data source.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C304A"/>
                </a:solidFill>
              </a:defRPr>
            </a:pPr>
            <a:r>
              <a:t>Project Files &amp; Usage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26376"/>
                </a:solidFill>
              </a:defRPr>
            </a:pPr>
            <a:r>
              <a:t>Prepared from the supplied Tableau workbook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Tableau project.twb — Tableau workbook containing the visualization definitions.</a:t>
            </a:r>
          </a:p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Blinkit.xlsx — source dataset required if the workbook references an external Excel file.</a:t>
            </a:r>
          </a:p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Open the workbook in Tableau Desktop or a compatible Tableau application.</a:t>
            </a:r>
          </a:p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If prompted, reconnect the workbook to the source dataset and verify the visuals.</a:t>
            </a:r>
          </a:p>
          <a:p>
            <a:pPr>
              <a:spcAft>
                <a:spcPts val="800"/>
              </a:spcAft>
              <a:defRPr sz="1800" b="0">
                <a:solidFill>
                  <a:srgbClr val="1C304A"/>
                </a:solidFill>
              </a:defRPr>
            </a:pPr>
            <a:r>
              <a:t>• For GitHub, include the .twb file, README.md, and source data only if you have permission to share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